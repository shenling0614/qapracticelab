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9FB3C8"/>
                </a:solidFill>
                <a:latin typeface="Calibri"/>
              </a:rPr>
              <a:t>TEST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QA Practice Lab</a:t>
            </a:r>
          </a:p>
          <a:p>
            <a:r>
              <a:rPr sz="2400" b="0">
                <a:solidFill>
                  <a:srgbClr val="CBD2D9"/>
                </a:solidFill>
                <a:latin typeface="Calibri"/>
              </a:rPr>
              <a:t>Job application  ·  Product, tests, and CI  ·  Go / no-go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BD2D9"/>
                </a:solidFill>
                <a:latin typeface="Calibri"/>
              </a:rPr>
              <a:t>What we verify, on which architecture, with which method —
and what we will not automate.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How this walkthrough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618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Overall test scope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Layers × test method (what we run, and how)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38528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Product architecture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Picture: browser, API, memory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15184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Test architecture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Picture: objects, no mocks, shared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39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39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CI structure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Picture: trigger → install → test →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68496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68496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Risks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R1–R6 and where we catch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4515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Coverage choices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What we skip and 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21807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21807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Calibri"/>
              </a:rPr>
              <a:t>Traceability and go / no-go</a:t>
            </a:r>
          </a:p>
          <a:p>
            <a:r>
              <a:rPr sz="1600" b="0">
                <a:solidFill>
                  <a:srgbClr val="52606D"/>
                </a:solidFill>
                <a:latin typeface="Calibri"/>
              </a:rPr>
              <a:t>Requirements and ship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01  OVERALL TEST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Layer × test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6D"/>
                </a:solidFill>
                <a:latin typeface="Calibri"/>
              </a:rPr>
              <a:t>Mission: valid apply succeeds; invalid or duplicate apply fails with a clear message. CI on main is the official result.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556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834640"/>
                <a:gridCol w="3566160"/>
                <a:gridCol w="2926080"/>
              </a:tblGrid>
              <a:tr h="117729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Test method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What we cover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What this layer does not own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Automated
Playwright request
(no browser)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201 create, 400 validation,
409 duplicate, trim, email case,
missing role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How text looks on the page
Client-only blocking of POST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Automated
Playwright Chromium
(click / fill / expect)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Visible messages, empty form,
client validation, E2E success,
E2E duplicate message,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HTTP status as the main assert
Letter-case duplicate (API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Exploratory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Manual session
(charter + notes)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Layout, keyboard, wording,
anything without a stable locator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3"/>
                          </a:solidFill>
                          <a:latin typeface="Calibri"/>
                        </a:rPr>
                        <a:t>CI gate. Does not fail the pipeline.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02 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How a submit moves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383280" cy="19659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200400" cy="1801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102A43"/>
                </a:solidFill>
                <a:latin typeface="Calibri"/>
              </a:rPr>
              <a:t>Applicant browser
index.html form
Full name · Email · Role
Client trim + required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0116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D4E89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C5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337560" cy="1801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102A43"/>
                </a:solidFill>
                <a:latin typeface="Calibri"/>
              </a:rPr>
              <a:t>HTTP on this machine
POST /api/applications
JSON body
201 / 400 / 409 + errors[]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D4E89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25880"/>
            <a:ext cx="3383280" cy="19659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17320"/>
            <a:ext cx="3200400" cy="1801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server.mjs
Serves HTML/CSS
Validates payload
Port 4173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2461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D4E89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520440"/>
            <a:ext cx="6126480" cy="1417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80"/>
            <a:ext cx="5943600" cy="12527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102A43"/>
                </a:solidFill>
                <a:latin typeface="Calibri"/>
              </a:rPr>
              <a:t>In-memory email store  (not a database)
Seed: applied@example.com is already applied
New emails added on 201  ·  Lost when the process restarts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3"/>
                </a:solidFill>
                <a:latin typeface="Calibri"/>
              </a:rPr>
              <a:t>No login, no separate microservice, no email vendor. The Node process is both the website and the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03  TEST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Who talks to what — no mocks in this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47472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02A43"/>
                </a:solidFill>
                <a:latin typeface="Calibri"/>
              </a:rPr>
              <a:t>API tests
tests/api.spec.ts
Playwright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65760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47472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02A43"/>
                </a:solidFill>
                <a:latin typeface="Calibri"/>
              </a:rPr>
              <a:t>UI tests
tests/apply.spec.ts
Chromium + fixtures.ts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830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D4E8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6118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D4E89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965960"/>
            <a:ext cx="3383280" cy="20116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57400"/>
            <a:ext cx="3200400" cy="1847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Same system under test
node server.mjs
http://127.0.0.1:4173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974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D4E89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965960"/>
            <a:ext cx="3200400" cy="20116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057400"/>
            <a:ext cx="3017520" cy="1847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02A43"/>
                </a:solidFill>
                <a:latin typeface="Calibri"/>
              </a:rPr>
              <a:t>Memory store
Seed duplicate email
uniqueEmail() for creates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A43"/>
                </a:solidFill>
                <a:latin typeface="Calibri"/>
              </a:rPr>
              <a:t>Mocks / stubs: none. UI does not fake fetch. API does not fake 409.</a:t>
            </a:r>
          </a:p>
          <a:p>
            <a:r>
              <a:rPr sz="1800" b="0">
                <a:solidFill>
                  <a:srgbClr val="1F2933"/>
                </a:solidFill>
                <a:latin typeface="Calibri"/>
              </a:rPr>
              <a:t>Environment: one local (or CI) process. Gating: both suites must pass in the same pipeline (next slide).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04  CI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One GitHub Actions job — both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874519" cy="2148840"/>
          </a:xfrm>
          <a:prstGeom prst="round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54480"/>
            <a:ext cx="1737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1. Trigger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Push or PR
to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19456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4E89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417320"/>
            <a:ext cx="1874519" cy="2148840"/>
          </a:xfrm>
          <a:prstGeom prst="round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554480"/>
            <a:ext cx="1737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 Machine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Ubuntu VM
checkout +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9456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4E89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1874519" cy="2148840"/>
          </a:xfrm>
          <a:prstGeom prst="round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554480"/>
            <a:ext cx="1737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3. Install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npm ci
Chromium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9456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4E89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1874519" cy="2148840"/>
          </a:xfrm>
          <a:prstGeom prst="round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554480"/>
            <a:ext cx="1737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4. Start app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webServer
node server.mjs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9456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4E89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1874519" cy="2148840"/>
          </a:xfrm>
          <a:prstGeom prst="round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54480"/>
            <a:ext cx="1737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5. Test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API + UI
npx playwright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19456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4E89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417320"/>
            <a:ext cx="1874519" cy="21488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712" y="1554480"/>
            <a:ext cx="1737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6. Evidence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HTML report
traces if 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94760"/>
            <a:ext cx="5486400" cy="2286000"/>
          </a:xfrm>
          <a:prstGeom prst="roundRect">
            <a:avLst/>
          </a:prstGeom>
          <a:solidFill>
            <a:srgbClr val="DE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5303520" cy="21214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3543F"/>
                </a:solidFill>
                <a:latin typeface="Calibri"/>
              </a:rPr>
              <a:t>Pass (go signal)
All tests green on main
Report stored as artifact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94760"/>
            <a:ext cx="5440680" cy="2286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886200"/>
            <a:ext cx="5257800" cy="21214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9B1C1C"/>
                </a:solidFill>
                <a:latin typeface="Calibri"/>
              </a:rPr>
              <a:t>Fail (no-go signal)
Any API or UI test fails, or server never starts
Traces uploaded  ·  main stays red until a new green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05 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What can go wrong — and where we catch 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754880"/>
                <a:gridCol w="5303520"/>
              </a:tblGrid>
              <a:tr h="705394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How we address it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Valid apply fails or is silent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API 201 + one UI end-to-end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Invalid data is stored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API 400; UI shows client errors (no 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Duplicate apply succeeds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API 409; one UI test of the message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Duplicate missed due to letter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API only (Applied@Example.com)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Whitespace treated as a name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trim on client (UI) and server (API)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Green only on one laptop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GitHub Actions + report artifact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06  COVERAGE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Not automating is a decision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394960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Skip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Success test per role (QA Lead / SDET)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Same path as QA Engineer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UI test for letter-case duplicate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No extra UI logic; API covers 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Dedicated UI “role omitted” (other fields filled)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Empty form already shows Role is required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Every empty-field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Low extra risk vs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Accessibility / load / security suite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Later week or out of current risk list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Separate CI job per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One job is enough until the suite is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Mock API in UI tests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2933"/>
                          </a:solidFill>
                          <a:latin typeface="Calibri"/>
                        </a:rPr>
                        <a:t>The real server is small and is the product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07 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Requirement → API and/or UI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383280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Valid submit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201 + QA-1001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E2E confirmation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Required name, email,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400 empty / missing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Empty-form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Email format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400 invalid email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Mixed client errors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Trim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400 whitespace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Whitespace on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Duplicate email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Page shows API error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Duplicate, different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409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Recover from client errors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Calibri"/>
                        </a:rPr>
                        <a:t>Fix then succeed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07  GO / NO-GO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When this version may be shown as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486400" cy="4800600"/>
          </a:xfrm>
          <a:prstGeom prst="roundRect">
            <a:avLst/>
          </a:prstGeom>
          <a:solidFill>
            <a:srgbClr val="DE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48006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3543F"/>
                </a:solidFill>
                <a:latin typeface="Calibri"/>
              </a:rPr>
              <a:t>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GitHub Actions job on main is green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Valid apply works (API 201 and UI confirmation)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Duplicate apply is rejected (API 409 and message on the page)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No known bug that blocks apply or wrongly accepts applied@example.com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B1C1C"/>
                </a:solidFill>
                <a:latin typeface="Calibri"/>
              </a:rPr>
              <a:t>NO-GO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Success path is broken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Duplicate apply is accepted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CI is red on main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Calibri"/>
              </a:rPr>
              <a:t>•  Server does not start in 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89"/>
                </a:solidFill>
                <a:latin typeface="Calibri"/>
              </a:rPr>
              <a:t>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A43"/>
                </a:solidFill>
                <a:latin typeface="Calibri"/>
              </a:rPr>
              <a:t>How to read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933"/>
                </a:solidFill>
                <a:latin typeface="Calibri"/>
              </a:rPr>
              <a:t>•  Scope is a matrix: layer × method — not a long in/out essay.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3"/>
                </a:solidFill>
                <a:latin typeface="Calibri"/>
              </a:rPr>
              <a:t>•  Architecture slides are pictures of the real lab: no fake extra services.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3"/>
                </a:solidFill>
                <a:latin typeface="Calibri"/>
              </a:rPr>
              <a:t>•  R1 = valid apply. R3 = duplicate apply. Those two plus green CI are the ship bar.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3"/>
                </a:solidFill>
                <a:latin typeface="Calibri"/>
              </a:rPr>
              <a:t>•  “Open bug” means still unresolved. The Go slide uses plain words instead.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3"/>
                </a:solidFill>
                <a:latin typeface="Calibri"/>
              </a:rPr>
              <a:t>•  Interview line: we test the API for rules, the UI for what people see, and CI as the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6D"/>
                </a:solidFill>
                <a:latin typeface="Calibri"/>
              </a:rPr>
              <a:t>QA Practice Lab  ·  Test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2606D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